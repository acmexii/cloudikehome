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39B4A"/>
                </a:solidFill>
              </a:rPr>
              <a:t>Cloudike 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팀을 위한 가장 쉬운 클라우드 드라이브</a:t>
            </a:r>
          </a:p>
          <a:p>
            <a:r>
              <a:rPr sz="2400"/>
              <a:t>제품 소개서 (영업용)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39B4A"/>
                </a:solidFill>
              </a:rPr>
              <a:t>주요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• 파일 업로드 — 드래그 앤 드롭, 파일당 최대 2GB</a:t>
            </a:r>
          </a:p>
          <a:p>
            <a:r>
              <a:rPr sz="2400"/>
              <a:t>• 링크 공유 — 파일·폴더를 링크로 외부 공유</a:t>
            </a:r>
          </a:p>
          <a:p>
            <a:r>
              <a:rPr sz="2400"/>
              <a:t>• 버전 관리 — 이전 버전 30일 보관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39B4A"/>
                </a:solidFill>
              </a:rPr>
              <a:t>요금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• Basic 월 5,000원 / 100GB</a:t>
            </a:r>
          </a:p>
          <a:p>
            <a:r>
              <a:rPr sz="2400"/>
              <a:t>• Business 사용자당 월 9,000원 / 1TB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39B4A"/>
                </a:solidFill>
              </a:rPr>
              <a:t>문의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sales@cloudike-lite.example</a:t>
            </a:r>
          </a:p>
          <a:p>
            <a:r>
              <a:rPr sz="2400"/>
              <a:t>버전 1.4.0 · 2026-10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