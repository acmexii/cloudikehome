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e8971efc754cb5" /><Relationship Type="http://schemas.openxmlformats.org/officeDocument/2006/relationships/extended-properties" Target="/docProps/app.xml" Id="R6faea228cc254d85" /><Relationship Type="http://schemas.openxmlformats.org/officeDocument/2006/relationships/officeDocument" Target="/ppt/presentation.xml" Id="Rd5db7c63bb4c47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9cc10cc1f04f3e"/>
  </p:sldMasterIdLst>
  <p:notesMasterIdLst>
    <p:notesMasterId xmlns:r="http://schemas.openxmlformats.org/officeDocument/2006/relationships" r:id="Re0adcc3ba62f41a5"/>
  </p:notesMasterIdLst>
  <p:sldIdLst>
    <p:sldId xmlns:r="http://schemas.openxmlformats.org/officeDocument/2006/relationships" id="256" r:id="R337fc1edbfa74e57"/>
    <p:sldId xmlns:r="http://schemas.openxmlformats.org/officeDocument/2006/relationships" id="257" r:id="R398678a836da4956"/>
    <p:sldId xmlns:r="http://schemas.openxmlformats.org/officeDocument/2006/relationships" id="258" r:id="Ref145156c4ea4248"/>
    <p:sldId xmlns:r="http://schemas.openxmlformats.org/officeDocument/2006/relationships" id="259" r:id="Rec41c11a05274e1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9de052a9fd4800" /><Relationship Type="http://schemas.openxmlformats.org/officeDocument/2006/relationships/slideMaster" Target="/ppt/slideMasters/slideMaster1.xml" Id="R6e9cc10cc1f04f3e" /><Relationship Type="http://schemas.openxmlformats.org/officeDocument/2006/relationships/notesMaster" Target="/ppt/notesMasters/notesMaster1.xml" Id="Re0adcc3ba62f41a5" /><Relationship Type="http://schemas.openxmlformats.org/officeDocument/2006/relationships/presProps" Target="/ppt/presProps.xml" Id="R6ff42184bee747a2" /><Relationship Type="http://schemas.openxmlformats.org/officeDocument/2006/relationships/tableStyles" Target="/ppt/tableStyles.xml" Id="R007fc21ba42c41e5" /><Relationship Type="http://schemas.openxmlformats.org/officeDocument/2006/relationships/slide" Target="/ppt/slides/slide1.xml" Id="R337fc1edbfa74e57" /><Relationship Type="http://schemas.openxmlformats.org/officeDocument/2006/relationships/slide" Target="/ppt/slides/slide2.xml" Id="R398678a836da4956" /><Relationship Type="http://schemas.openxmlformats.org/officeDocument/2006/relationships/slide" Target="/ppt/slides/slide3.xml" Id="Ref145156c4ea4248" /><Relationship Type="http://schemas.openxmlformats.org/officeDocument/2006/relationships/slide" Target="/ppt/slides/slide4.xml" Id="Rec41c11a05274e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5c3507e0c146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e2e4f966424018" /><Relationship Type="http://schemas.openxmlformats.org/officeDocument/2006/relationships/notesMaster" Target="/ppt/notesMasters/notesMaster1.xml" Id="Rc7f85868e3564a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d2f0503aac4565" /><Relationship Type="http://schemas.openxmlformats.org/officeDocument/2006/relationships/notesMaster" Target="/ppt/notesMasters/notesMaster1.xml" Id="R3fb6f08ab8034f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8eed90e0234f3e" /><Relationship Type="http://schemas.openxmlformats.org/officeDocument/2006/relationships/notesMaster" Target="/ppt/notesMasters/notesMaster1.xml" Id="Rfd8e755547c449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4b086f98e34466" /><Relationship Type="http://schemas.openxmlformats.org/officeDocument/2006/relationships/notesMaster" Target="/ppt/notesMasters/notesMaster1.xml" Id="Rc3f13655271c45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https://acmexii.github.io/cloudikehome/ ; pricing PR #1, main e722aa6. MSASchool reference cover background reused; Cloudike branding. Malgun Gothic font fallback.</a:t>
            </a:r>
          </a:p>
          <a:p xmlns:a="http://schemas.openxmlformats.org/drawingml/2006/main">
            <a:r>
              <a:t>Updated per PR #2 / main a5523ad8ce77e77d1fcc7d0278a2d204693ec043; marketing approval received. Standard 300GB / backup 100GB.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  <a:p xmlns:a="http://schemas.openxmlformats.org/drawingml/2006/main">
            <a:r>
              <a:t>https://github.com/acmexii/cloudikehome/pull/2 ; 2026-10-25 KST. Standard 200GB to 300GB, backup 50GB to 100GB; other plans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1cfa8a992445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f1aece208a452c" /><Relationship Type="http://schemas.openxmlformats.org/officeDocument/2006/relationships/slideLayout" Target="/ppt/slideLayouts/slideLayout1.xml" Id="Reea25d68713e48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a25d68713e48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d388fd3c646d4" /><Relationship Type="http://schemas.openxmlformats.org/officeDocument/2006/relationships/image" Target="/ppt/media/image.png" Id="R702ca71e7b7b48af" /><Relationship Type="http://schemas.openxmlformats.org/officeDocument/2006/relationships/notesSlide" Target="/ppt/notesSlides/notesSlide1.xml" Id="Rcd2f09f0ee8d46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532c36d8d459b" /><Relationship Type="http://schemas.openxmlformats.org/officeDocument/2006/relationships/image" Target="/ppt/media/image2.png" Id="R5c73395a29d74c5d" /><Relationship Type="http://schemas.openxmlformats.org/officeDocument/2006/relationships/notesSlide" Target="/ppt/notesSlides/notesSlide2.xml" Id="R80d50729742441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900674f99468c" /><Relationship Type="http://schemas.openxmlformats.org/officeDocument/2006/relationships/notesSlide" Target="/ppt/notesSlides/notesSlide3.xml" Id="Re05f83375d5d42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ece119fe44229" /><Relationship Type="http://schemas.openxmlformats.org/officeDocument/2006/relationships/image" Target="/ppt/media/image3.png" Id="R9b69810148d34c72" /><Relationship Type="http://schemas.openxmlformats.org/officeDocument/2006/relationships/notesSlide" Target="/ppt/notesSlides/notesSlide4.xml" Id="Ra2d72ccf7cf245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AF0EA-966C-42C4-BFBC-FD05014DD8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ca71e7b7b48af"/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389DA-3C25-4108-B5F7-A4641D46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클라우다이크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9505F-0203-48B9-9445-7D77A340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809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문서 관리와 협업을 위한</a:t>
            </a:r>
          </a:p>
          <a:p xmlns:a="http://schemas.openxmlformats.org/drawingml/2006/main">
            <a:pPr>
              <a:buNone/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비즈니스 클라우드 스토리지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F5F31-7289-466E-9B57-690F0D0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서비스 소개서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D8789-AA5F-4B83-A19D-ACE600AB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Standard 기본 300GB · 무료 백업 100GB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AB36F-E4B7-43DE-879D-5AFEFE23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6762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Cloudike  /  2026.10</a:t>
            </a:r>
          </a:p>
        </p:txBody>
      </p:sp>
    </p:spTree>
    <p:extLst>
      <p:ext uri="{BB962C8B-B14F-4D97-AF65-F5344CB8AC3E}">
        <p14:creationId xmlns:p14="http://schemas.microsoft.com/office/powerpoint/2010/main" val="2007744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637CD-D428-4E3A-A92E-9E504BA5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57D6F5-3B85-4C8D-A1AB-D98C30A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 관리와 협업을 한곳에서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C81D4-B42C-4E6F-9A2E-0D22D0D6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웹·PC·모바일 환경에서 기업 문서에 접근합니다.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B8E67B-9530-40ED-A373-B46D60AB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38178A-6493-4FDE-928C-3B6B208A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1192D-5E1D-437C-B55E-DD486FA2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71F19-B4A5-444B-B146-64A0EA01D4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3395a29d74c5d"/>
          <a:stretch xmlns:a="http://schemas.openxmlformats.org/drawingml/2006/main"/>
        </p:blipFill>
        <p:spPr>
          <a:xfrm xmlns:a="http://schemas.openxmlformats.org/drawingml/2006/main">
            <a:off x="762000" y="2172891"/>
            <a:ext cx="8953500" cy="5036344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45EEE8-E317-4D36-A3DC-9ED6EA44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133600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F45CDE-A742-4A8B-83B6-D92CBF28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276475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온라인 문서 편집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A2CC31-72C2-4746-9D5A-2DDEB49D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90825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홈페이지에서 제공하는 온라인 문서 편집 안내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559D2C-DA4D-49EB-8B1E-D477E13D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1FBB8-8704-4D7B-B513-CB4DA227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000500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PC·모바일 연동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252895-0451-444B-984B-D11C19D6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514850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연동 앱과 스마트폰 앱 지원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60D9FF-CBD0-4D2B-9005-25832E52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581650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FCDB18-8BED-420D-A4E5-B6F6B3D7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724525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파일 버전 기록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F4DD33-CA9D-467B-B547-C3F3F088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238875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변경 이력을 기록하는 기능 제공</a:t>
            </a:r>
          </a:p>
        </p:txBody>
      </p:sp>
    </p:spTree>
    <p:extLst>
      <p:ext uri="{BB962C8B-B14F-4D97-AF65-F5344CB8AC3E}">
        <p14:creationId xmlns:p14="http://schemas.microsoft.com/office/powerpoint/2010/main" val="19027078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01EDF-9BEC-47EE-800A-498CE222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5F0C7-476C-405A-8A0F-C5A77035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Standard, 기본 300GB와 무료 백업 100GB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40807D-85F1-4EB3-812B-354FB4CD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기본 저장 용량과 무료 제공 백업 용량을 확대했습니다.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4C978-F991-4267-9F75-4B42165B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1C063-194A-428A-9773-D997CA39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A10D8F-FD59-4A9E-BB22-BDCC68E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A6E80-F7CE-4CA5-9438-A7B8257EF492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37160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48000"/>
                <a:gridCol w="3333750"/>
                <a:gridCol w="3238500"/>
              </a:tblGrid>
              <a:tr h="6508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Free(Trial)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Standard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Professional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용량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 백업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5명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50명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100명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연간 결제 기준 월 요금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무료체험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61,200원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153,000원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결제 요금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무료체험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170,000원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69585-79A0-46DC-8BDC-3AD83DA5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1371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연간 선결제: Standard 734,400원 / Professional 1,836,000원. 모든 요금 VAT 별도.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E70DC-56F3-4C57-9CD8-9E180D6F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38950"/>
            <a:ext cx="1362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Standard의 가격·최대 사용자 수는 유지됩니다. 다른 플랜의 제공 조건은 홈페이지를 확인해 주세요.</a:t>
            </a:r>
          </a:p>
        </p:txBody>
      </p:sp>
    </p:spTree>
    <p:extLst>
      <p:ext uri="{BB962C8B-B14F-4D97-AF65-F5344CB8AC3E}">
        <p14:creationId xmlns:p14="http://schemas.microsoft.com/office/powerpoint/2010/main" val="5521605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FAB45-7082-407F-BDDB-E85F8B5D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53791-FBD0-4DB6-BF7F-EF4F081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도입 상담과 자세한 안내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BBE11-D5F4-4BD7-8116-1BD4AB88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요금제와 사용 환경을 확인하고 도입을 상담해 보세요.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7D183-DFA8-40EB-B81B-0D3DDC3C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3CB96-1DC8-46F8-9A0B-C7F8510A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59951-042C-4D4A-B5B9-F8B996B0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D3112-5CE2-45D9-A080-B0A6D41A6B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69810148d34c72"/>
          <a:stretch xmlns:a="http://schemas.openxmlformats.org/drawingml/2006/main"/>
        </p:blipFill>
        <p:spPr>
          <a:xfrm xmlns:a="http://schemas.openxmlformats.org/drawingml/2006/main">
            <a:off x="762000" y="2146102"/>
            <a:ext cx="9048750" cy="5089922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56E08-4288-4D01-BECF-002CE56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38375"/>
            <a:ext cx="433387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927CD-1C54-49A8-8F86-3292A835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447925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도입 문의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022842-DF39-4F73-BF8A-2F7A7A97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홈페이지 문의하기에서</a:t>
            </a:r>
          </a:p>
          <a:p xmlns:a="http://schemas.openxmlformats.org/drawingml/2006/main">
            <a:pPr>
              <a:buNone/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상담을 시작할 수 있습니다.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9B10F-39B2-47F6-A074-7EB6286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2481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cloudike.channel.io/home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3373FB-CE10-44A1-AEE3-20DBDAD2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048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서비스·요금제 안내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5B48C9-A051-4DA0-8D12-85BE45F2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7150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acmexii.github.io/</a:t>
            </a:r>
          </a:p>
          <a:p xmlns:a="http://schemas.openxmlformats.org/drawingml/2006/main">
            <a:pPr>
              <a:buNone/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cloudikehome/</a:t>
            </a:r>
          </a:p>
        </p:txBody>
      </p:sp>
    </p:spTree>
    <p:extLst>
      <p:ext uri="{BB962C8B-B14F-4D97-AF65-F5344CB8AC3E}">
        <p14:creationId xmlns:p14="http://schemas.microsoft.com/office/powerpoint/2010/main" val="418760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2026-10-24T17:09:33.0080000Z</dcterms:created>
  <dcterms:modified xsi:type="dcterms:W3CDTF">2026-10-24T17:09:33.0080000Z</dcterms:modified>
</coreProperties>
</file>