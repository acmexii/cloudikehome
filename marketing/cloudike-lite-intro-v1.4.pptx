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0a1fc098224d1c" /><Relationship Type="http://schemas.openxmlformats.org/officeDocument/2006/relationships/extended-properties" Target="/docProps/app.xml" Id="R2a05dcd5c43b464c" /><Relationship Type="http://schemas.openxmlformats.org/officeDocument/2006/relationships/officeDocument" Target="/ppt/presentation.xml" Id="R9f982d6f32f34e8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2789b474b09449d"/>
  </p:sldMasterIdLst>
  <p:notesMasterIdLst>
    <p:notesMasterId xmlns:r="http://schemas.openxmlformats.org/officeDocument/2006/relationships" r:id="R695b739957d043a4"/>
  </p:notesMasterIdLst>
  <p:sldIdLst>
    <p:sldId xmlns:r="http://schemas.openxmlformats.org/officeDocument/2006/relationships" id="256" r:id="R9e67b93ebb354b7d"/>
    <p:sldId xmlns:r="http://schemas.openxmlformats.org/officeDocument/2006/relationships" id="257" r:id="Ra93ee8f1583647cb"/>
    <p:sldId xmlns:r="http://schemas.openxmlformats.org/officeDocument/2006/relationships" id="258" r:id="R5bb18a649c9942a0"/>
    <p:sldId xmlns:r="http://schemas.openxmlformats.org/officeDocument/2006/relationships" id="259" r:id="Ra46573239fec4482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6e1923a31245f1" /><Relationship Type="http://schemas.openxmlformats.org/officeDocument/2006/relationships/slideMaster" Target="/ppt/slideMasters/slideMaster1.xml" Id="R42789b474b09449d" /><Relationship Type="http://schemas.openxmlformats.org/officeDocument/2006/relationships/notesMaster" Target="/ppt/notesMasters/notesMaster1.xml" Id="R695b739957d043a4" /><Relationship Type="http://schemas.openxmlformats.org/officeDocument/2006/relationships/presProps" Target="/ppt/presProps.xml" Id="Rc9bf6f25e63f4010" /><Relationship Type="http://schemas.openxmlformats.org/officeDocument/2006/relationships/tableStyles" Target="/ppt/tableStyles.xml" Id="R346cd525beb24b7e" /><Relationship Type="http://schemas.openxmlformats.org/officeDocument/2006/relationships/slide" Target="/ppt/slides/slide1.xml" Id="R9e67b93ebb354b7d" /><Relationship Type="http://schemas.openxmlformats.org/officeDocument/2006/relationships/slide" Target="/ppt/slides/slide2.xml" Id="Ra93ee8f1583647cb" /><Relationship Type="http://schemas.openxmlformats.org/officeDocument/2006/relationships/slide" Target="/ppt/slides/slide3.xml" Id="R5bb18a649c9942a0" /><Relationship Type="http://schemas.openxmlformats.org/officeDocument/2006/relationships/slide" Target="/ppt/slides/slide4.xml" Id="Ra46573239fec44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1d1e3cf5e342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1a9df604764b63" /><Relationship Type="http://schemas.openxmlformats.org/officeDocument/2006/relationships/notesMaster" Target="/ppt/notesMasters/notesMaster1.xml" Id="R58813b13db7a404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c06cec442e24709" /><Relationship Type="http://schemas.openxmlformats.org/officeDocument/2006/relationships/notesMaster" Target="/ppt/notesMasters/notesMaster1.xml" Id="Rd2582312861b4a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6d1e4cfd174010" /><Relationship Type="http://schemas.openxmlformats.org/officeDocument/2006/relationships/notesMaster" Target="/ppt/notesMasters/notesMaster1.xml" Id="R15aa76bb8bcc49c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343abf28514fe8" /><Relationship Type="http://schemas.openxmlformats.org/officeDocument/2006/relationships/notesMaster" Target="/ppt/notesMasters/notesMaster1.xml" Id="Rab9abb16277340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https://acmexii.github.io/cloudikehome/ ; pricing PR #1, main e722aa6. MSASchool reference cover background reused; Cloudike branding. Malgun Gothic font fallback.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 ; https://acmexii.github.io/cloudikehome/price/ ; https://github.com/acmexii/cloudikehome/pull/1</a:t>
            </a:r>
          </a:p>
          <a:p xmlns:a="http://schemas.openxmlformats.org/drawingml/2006/main">
            <a:r>
              <a:t>Approved scope: 4-page introduction refresh. main e722aa67090f561c5d6c8161770f8ac80893b1b8. Checked 2026-10-25 KST.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 ; https://acmexii.github.io/cloudikehome/price/ ; https://github.com/acmexii/cloudikehome/pull/1</a:t>
            </a:r>
          </a:p>
          <a:p xmlns:a="http://schemas.openxmlformats.org/drawingml/2006/main">
            <a:r>
              <a:t>Approved scope: 4-page introduction refresh. main e722aa67090f561c5d6c8161770f8ac80893b1b8. Checked 2026-10-25 KST.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https://acmexii.github.io/cloudikehome/ ; https://acmexii.github.io/cloudikehome/price/ ; https://github.com/acmexii/cloudikehome/pull/1</a:t>
            </a:r>
          </a:p>
          <a:p xmlns:a="http://schemas.openxmlformats.org/drawingml/2006/main">
            <a:r>
              <a:t>Approved scope: 4-page introduction refresh. main e722aa67090f561c5d6c8161770f8ac80893b1b8. Checked 2026-10-25 KST.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1b26b4f5fe454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3a48d8d092049f3" /><Relationship Type="http://schemas.openxmlformats.org/officeDocument/2006/relationships/slideLayout" Target="/ppt/slideLayouts/slideLayout1.xml" Id="Re9d4f5df09384b2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d4f5df09384b2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7f708c8c32441d" /><Relationship Type="http://schemas.openxmlformats.org/officeDocument/2006/relationships/image" Target="/ppt/media/image.png" Id="R7c19c0ec3d9c4688" /><Relationship Type="http://schemas.openxmlformats.org/officeDocument/2006/relationships/notesSlide" Target="/ppt/notesSlides/notesSlide1.xml" Id="R1d0d60038d1144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625558019f4165" /><Relationship Type="http://schemas.openxmlformats.org/officeDocument/2006/relationships/image" Target="/ppt/media/image2.png" Id="R6c3f09423837444d" /><Relationship Type="http://schemas.openxmlformats.org/officeDocument/2006/relationships/notesSlide" Target="/ppt/notesSlides/notesSlide2.xml" Id="R7e42df774ac44d9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f671b581214243" /><Relationship Type="http://schemas.openxmlformats.org/officeDocument/2006/relationships/notesSlide" Target="/ppt/notesSlides/notesSlide3.xml" Id="Rc3cbd78ccaab4c2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18fd4b242041fe" /><Relationship Type="http://schemas.openxmlformats.org/officeDocument/2006/relationships/image" Target="/ppt/media/image3.png" Id="Rd9cbfd1299f44a9e" /><Relationship Type="http://schemas.openxmlformats.org/officeDocument/2006/relationships/notesSlide" Target="/ppt/notesSlides/notesSlide4.xml" Id="Rcd80772b16d44c5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16E8A8-7355-41E7-830A-1827C4A91A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9c0ec3d9c4688"/>
          <a:stretch xmlns:a="http://schemas.openxmlformats.org/drawingml/2006/main"/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C389DA-3C25-4108-B5F7-A4641D46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8191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클라우다이크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89505F-0203-48B9-9445-7D77A340A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0"/>
            <a:ext cx="8096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기업 문서 관리와 협업을 위한</a:t>
            </a:r>
          </a:p>
          <a:p xmlns:a="http://schemas.openxmlformats.org/drawingml/2006/main">
            <a:pPr>
              <a:def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비즈니스 클라우드 스토리지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BF5F31-7289-466E-9B57-690F0D03D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81625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서비스 소개서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4D8789-AA5F-4B83-A19D-ACE600AB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762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Standard 기본 200GB · 무료 백업 50GB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2AB36F-E4B7-43DE-879D-5AFEFE23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667625"/>
            <a:ext cx="723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Cloudike  /  2026.10</a:t>
            </a:r>
          </a:p>
        </p:txBody>
      </p:sp>
    </p:spTree>
    <p:extLst>
      <p:ext uri="{BB962C8B-B14F-4D97-AF65-F5344CB8AC3E}">
        <p14:creationId xmlns:p14="http://schemas.microsoft.com/office/powerpoint/2010/main" val="20077447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C637CD-D428-4E3A-A92E-9E504BA5E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57D6F5-3B85-4C8D-A1AB-D98C30A4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문서 관리와 협업을 한곳에서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2C81D4-B42C-4E6F-9A2E-0D22D0D6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62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웹·PC·모바일 환경에서 기업 문서에 접근합니다.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B8E67B-9530-40ED-A373-B46D60AB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47625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Cloudike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38178A-6493-4FDE-928C-3B6B208AB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10525"/>
            <a:ext cx="1171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클라우다이크 서비스 소개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91192D-5E1D-437C-B55E-DD486FA2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21EF09-7460-4572-B180-B84011A97A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3f09423837444d"/>
          <a:stretch xmlns:a="http://schemas.openxmlformats.org/drawingml/2006/main"/>
        </p:blipFill>
        <p:spPr>
          <a:xfrm xmlns:a="http://schemas.openxmlformats.org/drawingml/2006/main">
            <a:off x="762000" y="2172891"/>
            <a:ext cx="8953500" cy="5036344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45EEE8-E317-4D36-A3DC-9ED6EA44E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133600"/>
            <a:ext cx="4381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F45CDE-A742-4A8B-83B6-D92CBF28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276475"/>
            <a:ext cx="3981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온라인 문서 편집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A2CC31-72C2-4746-9D5A-2DDEB49D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90825"/>
            <a:ext cx="39814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홈페이지에서 제공하는 온라인 문서 편집 안내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559D2C-DA4D-49EB-8B1E-D477E13D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857625"/>
            <a:ext cx="4381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21FBB8-8704-4D7B-B513-CB4DA2277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000500"/>
            <a:ext cx="3981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PC·모바일 연동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252895-0451-444B-984B-D11C19D6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514850"/>
            <a:ext cx="39814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PC 연동 앱과 스마트폰 앱 지원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60D9FF-CBD0-4D2B-9005-25832E52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581650"/>
            <a:ext cx="4381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FCDB18-8BED-420D-A4E5-B6F6B3D73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724525"/>
            <a:ext cx="3981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파일 버전 기록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F4DD33-CA9D-467B-B547-C3F3F088B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6238875"/>
            <a:ext cx="39814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파일 변경 이력을 기록하는 기능 제공</a:t>
            </a:r>
          </a:p>
        </p:txBody>
      </p:sp>
    </p:spTree>
    <p:extLst>
      <p:ext uri="{BB962C8B-B14F-4D97-AF65-F5344CB8AC3E}">
        <p14:creationId xmlns:p14="http://schemas.microsoft.com/office/powerpoint/2010/main" val="19027078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501EDF-9BEC-47EE-800A-498CE2221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D5F0C7-476C-405A-8A0F-C5A77035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Standard, 기본 200GB와 무료 백업 50GB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40807D-85F1-4EB3-812B-354FB4CD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62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기본 저장 용량과 무료 제공 백업 용량을 확대했습니다.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D4C978-F991-4267-9F75-4B42165B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47625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Cloudike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21C063-194A-428A-9773-D997CA39D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10525"/>
            <a:ext cx="1171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클라우다이크 서비스 소개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A10D8F-FD59-4A9E-BB22-BDCC68E0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graphicFrame>
        <p:nvGraphicFrame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66A7CA-E0E2-4C34-B4BF-FAF776D7CDC4}"/>
              </a:ext>
            </a:extLst>
          </p:cNvPr>
          <p:cNvGraphicFramePr/>
          <p:nvPr/>
        </p:nvGraphicFramePr>
        <p:xfrm>
          <a:off xmlns:a="http://schemas.openxmlformats.org/drawingml/2006/main" x="762000" y="2143125"/>
          <a:ext xmlns:a="http://schemas.openxmlformats.org/drawingml/2006/main" cx="137160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3048000"/>
                <a:gridCol w="3333750"/>
                <a:gridCol w="3238500"/>
              </a:tblGrid>
              <a:tr h="65087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D4D4D4"/>
                      </a:solidFill>
                      <a:prstDash val="solid"/>
                    </a:lnT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6751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Free(Trial)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D4D4D4"/>
                      </a:solidFill>
                      <a:prstDash val="solid"/>
                    </a:lnT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6751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Standard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D4D4D4"/>
                      </a:solidFill>
                      <a:prstDash val="solid"/>
                    </a:lnT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6751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Professional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T w="9525">
                      <a:solidFill>
                        <a:srgbClr val="D4D4D4"/>
                      </a:solidFill>
                      <a:prstDash val="solid"/>
                    </a:lnT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67519E"/>
                    </a:solidFill>
                  </a:tcPr>
                </a:tc>
              </a:tr>
              <a:tr h="6508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용량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10GB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67519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200GB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300GB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무료 백업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10GB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67519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50GB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50GB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5F7F8"/>
                    </a:solidFill>
                  </a:tcPr>
                </a:tc>
              </a:tr>
              <a:tr h="6508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수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최대 5명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67519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최대 50명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최대 100명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연간 결제 기준 월 요금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무료체험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67519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61,200원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153,000원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5F7F8"/>
                    </a:solidFill>
                  </a:tcPr>
                </a:tc>
              </a:tr>
              <a:tr h="6508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월 결제 요금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4D4D4"/>
                      </a:solidFill>
                      <a:prstDash val="solid"/>
                    </a:lnL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1ED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무료체험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67519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68,000원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170,000원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4D4D4"/>
                      </a:solidFill>
                      <a:prstDash val="solid"/>
                    </a:lnR>
                    <a:lnB w="9525">
                      <a:solidFill>
                        <a:srgbClr val="D4D4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D69585-79A0-46DC-8BDC-3AD83DA5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0"/>
            <a:ext cx="1371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연간 선결제: Standard 734,400원 / Professional 1,836,000원. 모든 요금 VAT 별도.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0E70DC-56F3-4C57-9CD8-9E180D6FC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38950"/>
            <a:ext cx="13620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Standard의 가격·최대 사용자 수는 유지됩니다. 다른 플랜의 제공 조건은 홈페이지를 확인해 주세요.</a:t>
            </a:r>
          </a:p>
        </p:txBody>
      </p:sp>
    </p:spTree>
    <p:extLst>
      <p:ext uri="{BB962C8B-B14F-4D97-AF65-F5344CB8AC3E}">
        <p14:creationId xmlns:p14="http://schemas.microsoft.com/office/powerpoint/2010/main" val="55216054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3FAB45-7082-407F-BDDB-E85F8B5D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7200"/>
            <a:ext cx="57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519E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A53791-FBD0-4DB6-BF7F-EF4F081B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"/>
            <a:ext cx="1190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도입 상담과 자세한 안내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8BBE11-D5F4-4BD7-8116-1BD4AB88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47775"/>
            <a:ext cx="1362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요금제와 사용 환경을 확인하고 도입을 상담해 보세요.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B7D183-DFA8-40EB-B81B-0D3DDC3C0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47625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Cloudike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C3CB96-1DC8-46F8-9A0B-C7F8510A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10525"/>
            <a:ext cx="1171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클라우다이크 서비스 소개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59951-042C-4D4A-B5B9-F8B996B0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79914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86868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B8D3C6-6CCC-4E4D-A5E1-B8027390C5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cbfd1299f44a9e"/>
          <a:stretch xmlns:a="http://schemas.openxmlformats.org/drawingml/2006/main"/>
        </p:blipFill>
        <p:spPr>
          <a:xfrm xmlns:a="http://schemas.openxmlformats.org/drawingml/2006/main">
            <a:off x="762000" y="2146102"/>
            <a:ext cx="9048750" cy="5089922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956E08-4288-4D01-BECF-002CE569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238375"/>
            <a:ext cx="433387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8927CD-1C54-49A8-8F86-3292A835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447925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도입 문의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022842-DF39-4F73-BF8A-2F7A7A972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14325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홈페이지 문의하기에서</a:t>
            </a:r>
          </a:p>
          <a:p xmlns:a="http://schemas.openxmlformats.org/drawingml/2006/main">
            <a:pPr>
              <a:def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상담을 시작할 수 있습니다.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C9B10F-39B2-47F6-A074-7EB628664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24815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cloudike.channel.io/home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3373FB-CE10-44A1-AEE3-20DBDAD26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04825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67519E"/>
                </a:solidFill>
                <a:latin typeface="Malgun Gothic"/>
                <a:ea typeface="Malgun Gothic"/>
                <a:cs typeface="Malgun Gothic"/>
              </a:rPr>
              <a:t>서비스·요금제 안내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5B48C9-A051-4DA0-8D12-85BE45F2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7150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acmexii.github.io/</a:t>
            </a:r>
          </a:p>
          <a:p xmlns:a="http://schemas.openxmlformats.org/drawingml/2006/main">
            <a:pPr>
              <a:def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cloudikehome/</a:t>
            </a:r>
          </a:p>
        </p:txBody>
      </p:sp>
    </p:spTree>
    <p:extLst>
      <p:ext uri="{BB962C8B-B14F-4D97-AF65-F5344CB8AC3E}">
        <p14:creationId xmlns:p14="http://schemas.microsoft.com/office/powerpoint/2010/main" val="4187603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2026-10-24T16:14:24.6190000Z</dcterms:created>
  <dcterms:modified xsi:type="dcterms:W3CDTF">2026-10-24T16:14:24.6190000Z</dcterms:modified>
</coreProperties>
</file>